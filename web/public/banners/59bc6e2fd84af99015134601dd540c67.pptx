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E3E1E1"/>
    <a:srgbClr val="ED2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05928-B5B4-45B1-B556-E876B881226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CB846-4ACB-4E48-8255-D726BE19B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63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D9A6A4-1725-4B3C-8B2A-0CA3A7A37FA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23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D322-42B6-447B-B681-1452ACFAD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C31F3-432A-4331-8E32-F4EFE11D2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70356-7BBF-4CF2-8FA5-3640C9D4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4FA67-B417-4A82-93BF-ACD91F62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52E3D-C41A-4BA3-9E91-F0F1F21A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018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8350-3BDA-4333-A7A7-F9D2456F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CFC8-9FBB-4589-BC0D-47248232E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D207C-A83B-4C1F-85F0-F84C14AA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9BDCB-007C-42DE-8C2E-309A40ED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61568-B3EC-41A1-B4A0-C83EBF00C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14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643D-A26C-4BDC-91A1-B6F27CAF6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94A7E-3218-4F90-9D0D-6DF9D6A25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11246-0B99-4861-A04B-90E3A806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A8C09-29B9-4EB8-8AF8-F0E435F2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CD8B9-1D44-4DAF-B5A1-05F42D39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58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5C01-535D-40B8-AA55-8D4A3691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8D548-E846-4618-89AD-EB05A4DA8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8D2DD-F7FE-4B95-B2D9-A49D2DDA6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45A39-3686-46BC-8FBF-BD367A7B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CE72D-630F-4651-92D8-E621C1FF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BAECC-0DB0-4031-8B92-D895D050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56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A92E-39F5-436A-9971-FA1FED19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9B6B3-6A5C-44F2-853B-66B690C33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0F6F4-60E8-40EE-AA4F-0AC923383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1FCF3-12BB-4BE6-8BC8-96BFAD130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FDCF3-3B1F-4A6C-980C-A8A542170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9D660-39A0-41C9-9429-623DE4FE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A53B1-192A-4133-8AFC-329BED11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E90B4-184D-4A34-924D-3730FE2D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42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B592-D188-4A0A-A119-7397045E0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99B19-1605-469A-ADC8-F90CD4AA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9010B-4334-435C-8C0E-41741C37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63D17-0D8F-427A-A9C0-91ECF3A7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658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020865-EF6F-4B25-9C0A-77BBEB01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C4819-6E2C-489F-B271-B3F98A6C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9E380-4F0F-4A6B-80C9-F0822634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98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1133-7B18-47AB-A128-37A6F2BF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78CED-D082-42C9-BB7F-D1BFEF450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445DF-FA7F-4A5D-B04F-23BD61DE7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9D880-7088-472E-ABAD-498379ED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E3ED6-2198-4A1A-B3E8-55498534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23349-A627-4DB9-BE95-E27E7191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6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57AA-59DF-42A2-94BE-61AB7B5E6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681E2-47A4-4B7E-AD7E-D26E77D84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88839-445E-4B71-A1AB-4DD0DEE9A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F2FFF-0295-4675-9D0B-273479E5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7C695-0C80-4A12-923E-D9CAA2B4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B0782-D728-45BB-AA62-61B2DACA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344F-2A0D-4CCB-94A8-80B68D71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EC1AA-F0D5-40EA-AB7B-CFF8B7933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CEEC-0E2A-4B09-9469-3D4D92CE0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61A6D-2F1B-468A-AB6E-B12D3817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1DBD6-6F31-48B6-BB0D-6CA8547E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E5452-A1E0-4ACB-8D84-B79AC8410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9894F-C66A-469F-AFB4-961005A31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3FC9D-4D8A-48E1-89D1-0597079F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9B05A-6E2E-47B7-98B8-D21C76AC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2AD8B-096F-4A86-8C87-FFC61E09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3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BAA5D0-1C6F-4B1B-AA56-68F616AD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A733D-0553-470B-8E96-529E1B711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D0DF3-F1DB-4A53-8380-1671882A9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3B5ED-5BCC-4AC6-BE85-6F357A383824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3FBA5-D229-426C-AE97-A693578FE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CB6-72BA-49B5-921B-58AA3E814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C1E86-5C43-4571-9B0D-1420915C8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6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BA4DFB-C22C-0B16-8901-CB2BC90C2533}"/>
              </a:ext>
            </a:extLst>
          </p:cNvPr>
          <p:cNvSpPr txBox="1"/>
          <p:nvPr/>
        </p:nvSpPr>
        <p:spPr>
          <a:xfrm>
            <a:off x="1745673" y="526472"/>
            <a:ext cx="78832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We’re working on an </a:t>
            </a:r>
            <a:r>
              <a:rPr lang="en-US" sz="3600" b="1" dirty="0">
                <a:solidFill>
                  <a:schemeClr val="bg1"/>
                </a:solidFill>
              </a:rPr>
              <a:t>Exciting Catalogue update</a:t>
            </a:r>
            <a:r>
              <a:rPr lang="en-US" sz="3600" dirty="0">
                <a:solidFill>
                  <a:schemeClr val="bg1"/>
                </a:solidFill>
              </a:rPr>
              <a:t>!</a:t>
            </a: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Our </a:t>
            </a:r>
            <a:r>
              <a:rPr lang="en-US" sz="3600" b="1" dirty="0">
                <a:solidFill>
                  <a:schemeClr val="bg1"/>
                </a:solidFill>
              </a:rPr>
              <a:t>Redemption</a:t>
            </a:r>
            <a:r>
              <a:rPr lang="en-US" sz="3600" dirty="0">
                <a:solidFill>
                  <a:schemeClr val="bg1"/>
                </a:solidFill>
              </a:rPr>
              <a:t> System will temporarily unavailable due to technical enhancements </a:t>
            </a: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We regret the inconvenience caused &amp;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Thank you for your patience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159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cR_SlideID>d8ab78d9-a71f-45f8-83f3-270d664b6f1b</DcR_SlideID>
</file>

<file path=customXml/itemProps1.xml><?xml version="1.0" encoding="utf-8"?>
<ds:datastoreItem xmlns:ds="http://schemas.openxmlformats.org/officeDocument/2006/customXml" ds:itemID="{CE2F2935-73DF-4BA9-80A3-30498CF778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31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Branding &amp; Technical Services</dc:title>
  <dc:creator>Swati Shrivastva</dc:creator>
  <cp:lastModifiedBy>Antara Banerjee</cp:lastModifiedBy>
  <cp:revision>9</cp:revision>
  <dcterms:created xsi:type="dcterms:W3CDTF">2022-12-02T07:48:51Z</dcterms:created>
  <dcterms:modified xsi:type="dcterms:W3CDTF">2026-01-22T06:32:31Z</dcterms:modified>
</cp:coreProperties>
</file>